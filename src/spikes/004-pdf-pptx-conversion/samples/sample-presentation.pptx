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architecture overview for the Azure KB Agent. This presentation covers the key components, deployment strategy, and performance characteristics of the system. IMPORTANT: Mention that we use managed identity everywhere — no secrets in code.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Emphasize that all services communicate via managed identity. No connection strings or API keys are stored in application code. The Container Apps use DefaultAzureCredential for authentication. Cosmos DB uses native RBAC with Built-in Data Contributor role.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shows the data flow from HTML ingestion through conversion (MarkItDown), indexing (AI Search), to the agent query path. Key point: the conversion pipeline supports three backends — Content Understanding, Mistral Document AI, and MarkItDown.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MarkItDown backend is the most cost-effective option. The PDF row is for this spike — we are evaluating whether MarkItDown can handle PDF input directly with acceptable quality.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chart shows that MarkItDown is 10x faster than cloud-based alternatives for text extraction. Image description time is the same across all backends since they all use GPT-4.1 vision.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tests extraction of a photo-like image with complex color gradients and organic shapes. The image simulates a landscape photograph to verify that color fidelity and detail are preserved during extraction.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has 30 data rows plus a header to test whether the converter handles large tables that might overflow a single slide. In a real presentation this table would typically be split across slides.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 these links with the team for further reading. The MarkItDown repository is the most relevant for this spike.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learn.microsoft.com/azure/search/"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learn.microsoft.com/azure/search/" TargetMode="External"/><Relationship Id="rId3" Type="http://schemas.openxmlformats.org/officeDocument/2006/relationships/hyperlink" Target="https://learn.microsoft.com/azure/ai-services/openai/" TargetMode="External"/><Relationship Id="rId4" Type="http://schemas.openxmlformats.org/officeDocument/2006/relationships/hyperlink" Target="https://github.com/microsoft/markitdown" TargetMode="External"/><Relationship Id="rId5" Type="http://schemas.openxmlformats.org/officeDocument/2006/relationships/hyperlink" Target="https://learn.microsoft.com/azure/container-apps/" TargetMode="External"/><Relationship Id="rId6" Type="http://schemas.openxmlformats.org/officeDocument/2006/relationships/hyperlink" Target="https://learn.microsoft.com/azure/azure-resource-manager/bicep/" TargetMode="External"/><Relationship Id="rId7"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Azure KB Agent Architecture</a:t>
            </a:r>
          </a:p>
        </p:txBody>
      </p:sp>
      <p:sp>
        <p:nvSpPr>
          <p:cNvPr id="3" name="Subtitle 2"/>
          <p:cNvSpPr>
            <a:spLocks noGrp="1"/>
          </p:cNvSpPr>
          <p:nvPr>
            <p:ph type="subTitle" idx="1"/>
          </p:nvPr>
        </p:nvSpPr>
        <p:spPr/>
        <p:txBody>
          <a:bodyPr/>
          <a:lstStyle/>
          <a:p>
            <a:r>
              <a:t>PDF/PPTX Conversion Quality Spike</a:t>
            </a:r>
          </a:p>
          <a:p>
            <a:r>
              <a:t>March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Components</a:t>
            </a:r>
          </a:p>
        </p:txBody>
      </p:sp>
      <p:sp>
        <p:nvSpPr>
          <p:cNvPr id="3" name="Content Placeholder 2"/>
          <p:cNvSpPr>
            <a:spLocks noGrp="1"/>
          </p:cNvSpPr>
          <p:nvPr>
            <p:ph idx="1"/>
          </p:nvPr>
        </p:nvSpPr>
        <p:spPr/>
        <p:txBody>
          <a:bodyPr/>
          <a:lstStyle/>
          <a:p>
            <a:r>
              <a:t>Core Services</a:t>
            </a:r>
          </a:p>
          <a:p>
            <a:pPr lvl="1"/>
            <a:r>
              <a:t>Azure AI Search — hybrid vector + keyword retrieval</a:t>
            </a:r>
          </a:p>
          <a:p>
            <a:pPr lvl="1"/>
            <a:r>
              <a:t>Azure OpenAI — GPT-4.1 for generation and vision</a:t>
            </a:r>
          </a:p>
          <a:p>
            <a:pPr lvl="1"/>
            <a:r>
              <a:t>Azure Blob Storage — KB article staging and serving</a:t>
            </a:r>
          </a:p>
          <a:p>
            <a:pPr lvl="1"/>
            <a:r>
              <a:t>Azure Container Apps — serverless hosting</a:t>
            </a:r>
          </a:p>
          <a:p>
            <a:pPr lvl="1"/>
            <a:r>
              <a:t>Azure Cosmos DB — conversation memory</a:t>
            </a:r>
          </a:p>
          <a:p>
            <a:pPr/>
            <a:r>
              <a:t>Documentation: </a:t>
            </a:r>
            <a:r>
              <a:rPr>
                <a:hlinkClick r:id="rId2"/>
              </a:rPr>
              <a:t>Azure AI Search docs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Architecture Diagram</a:t>
            </a:r>
          </a:p>
        </p:txBody>
      </p:sp>
      <p:pic>
        <p:nvPicPr>
          <p:cNvPr id="3" name="Picture 2" descr="slide-diagram.png"/>
          <p:cNvPicPr>
            <a:picLocks noChangeAspect="1"/>
          </p:cNvPicPr>
          <p:nvPr/>
        </p:nvPicPr>
        <p:blipFill>
          <a:blip r:embed="rId2"/>
          <a:stretch>
            <a:fillRect/>
          </a:stretch>
        </p:blipFill>
        <p:spPr>
          <a:xfrm>
            <a:off x="1828800" y="1828800"/>
            <a:ext cx="8229600" cy="41148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Conversion Backend Comparison</a:t>
            </a:r>
          </a:p>
        </p:txBody>
      </p:sp>
      <p:graphicFrame>
        <p:nvGraphicFramePr>
          <p:cNvPr id="3" name="Table 2"/>
          <p:cNvGraphicFramePr>
            <a:graphicFrameLocks noGrp="1"/>
          </p:cNvGraphicFramePr>
          <p:nvPr/>
        </p:nvGraphicFramePr>
        <p:xfrm>
          <a:off x="914400" y="1828800"/>
          <a:ext cx="10058400" cy="3657600"/>
        </p:xfrm>
        <a:graphic>
          <a:graphicData uri="http://schemas.openxmlformats.org/drawingml/2006/table">
            <a:tbl>
              <a:tblPr firstRow="1" bandRow="1">
                <a:tableStyleId>{5C22544A-7EE6-4342-B048-85BDC9FD1C3A}</a:tableStyleId>
              </a:tblPr>
              <a:tblGrid>
                <a:gridCol w="2514600"/>
                <a:gridCol w="2514600"/>
                <a:gridCol w="2514600"/>
                <a:gridCol w="2514600"/>
              </a:tblGrid>
              <a:tr h="731520">
                <a:tc>
                  <a:txBody>
                    <a:bodyPr/>
                    <a:lstStyle/>
                    <a:p>
                      <a:r>
                        <a:t>Backend</a:t>
                      </a:r>
                    </a:p>
                  </a:txBody>
                  <a:tcPr/>
                </a:tc>
                <a:tc>
                  <a:txBody>
                    <a:bodyPr/>
                    <a:lstStyle/>
                    <a:p>
                      <a:r>
                        <a:t>API Calls</a:t>
                      </a:r>
                    </a:p>
                  </a:txBody>
                  <a:tcPr/>
                </a:tc>
                <a:tc>
                  <a:txBody>
                    <a:bodyPr/>
                    <a:lstStyle/>
                    <a:p>
                      <a:r>
                        <a:t>Image Handling</a:t>
                      </a:r>
                    </a:p>
                  </a:txBody>
                  <a:tcPr/>
                </a:tc>
                <a:tc>
                  <a:txBody>
                    <a:bodyPr/>
                    <a:lstStyle/>
                    <a:p>
                      <a:r>
                        <a:t>Cost</a:t>
                      </a:r>
                    </a:p>
                  </a:txBody>
                  <a:tcPr/>
                </a:tc>
              </a:tr>
              <a:tr h="731520">
                <a:tc>
                  <a:txBody>
                    <a:bodyPr/>
                    <a:lstStyle/>
                    <a:p>
                      <a:r>
                        <a:t>Content Understanding</a:t>
                      </a:r>
                    </a:p>
                  </a:txBody>
                  <a:tcPr/>
                </a:tc>
                <a:tc>
                  <a:txBody>
                    <a:bodyPr/>
                    <a:lstStyle/>
                    <a:p>
                      <a:r>
                        <a:t>CU API</a:t>
                      </a:r>
                    </a:p>
                  </a:txBody>
                  <a:tcPr/>
                </a:tc>
                <a:tc>
                  <a:txBody>
                    <a:bodyPr/>
                    <a:lstStyle/>
                    <a:p>
                      <a:r>
                        <a:t>CU Analyzer</a:t>
                      </a:r>
                    </a:p>
                  </a:txBody>
                  <a:tcPr/>
                </a:tc>
                <a:tc>
                  <a:txBody>
                    <a:bodyPr/>
                    <a:lstStyle/>
                    <a:p>
                      <a:r>
                        <a:t>CU + GPT-4.1</a:t>
                      </a:r>
                    </a:p>
                  </a:txBody>
                  <a:tcPr/>
                </a:tc>
              </a:tr>
              <a:tr h="731520">
                <a:tc>
                  <a:txBody>
                    <a:bodyPr/>
                    <a:lstStyle/>
                    <a:p>
                      <a:r>
                        <a:t>Mistral Document AI</a:t>
                      </a:r>
                    </a:p>
                  </a:txBody>
                  <a:tcPr/>
                </a:tc>
                <a:tc>
                  <a:txBody>
                    <a:bodyPr/>
                    <a:lstStyle/>
                    <a:p>
                      <a:r>
                        <a:t>Mistral OCR</a:t>
                      </a:r>
                    </a:p>
                  </a:txBody>
                  <a:tcPr/>
                </a:tc>
                <a:tc>
                  <a:txBody>
                    <a:bodyPr/>
                    <a:lstStyle/>
                    <a:p>
                      <a:r>
                        <a:t>GPT-4.1 Vision</a:t>
                      </a:r>
                    </a:p>
                  </a:txBody>
                  <a:tcPr/>
                </a:tc>
                <a:tc>
                  <a:txBody>
                    <a:bodyPr/>
                    <a:lstStyle/>
                    <a:p>
                      <a:r>
                        <a:t>Mistral + GPT-4.1</a:t>
                      </a:r>
                    </a:p>
                  </a:txBody>
                  <a:tcPr/>
                </a:tc>
              </a:tr>
              <a:tr h="731520">
                <a:tc>
                  <a:txBody>
                    <a:bodyPr/>
                    <a:lstStyle/>
                    <a:p>
                      <a:r>
                        <a:t>MarkItDown</a:t>
                      </a:r>
                    </a:p>
                  </a:txBody>
                  <a:tcPr/>
                </a:tc>
                <a:tc>
                  <a:txBody>
                    <a:bodyPr/>
                    <a:lstStyle/>
                    <a:p>
                      <a:r>
                        <a:t>None (local)</a:t>
                      </a:r>
                    </a:p>
                  </a:txBody>
                  <a:tcPr/>
                </a:tc>
                <a:tc>
                  <a:txBody>
                    <a:bodyPr/>
                    <a:lstStyle/>
                    <a:p>
                      <a:r>
                        <a:t>GPT-4.1 Vision</a:t>
                      </a:r>
                    </a:p>
                  </a:txBody>
                  <a:tcPr/>
                </a:tc>
                <a:tc>
                  <a:txBody>
                    <a:bodyPr/>
                    <a:lstStyle/>
                    <a:p>
                      <a:r>
                        <a:t>GPT-4.1 only</a:t>
                      </a:r>
                    </a:p>
                  </a:txBody>
                  <a:tcPr/>
                </a:tc>
              </a:tr>
              <a:tr h="731520">
                <a:tc>
                  <a:txBody>
                    <a:bodyPr/>
                    <a:lstStyle/>
                    <a:p>
                      <a:r>
                        <a:t>MarkItDown + PDF</a:t>
                      </a:r>
                    </a:p>
                  </a:txBody>
                  <a:tcPr/>
                </a:tc>
                <a:tc>
                  <a:txBody>
                    <a:bodyPr/>
                    <a:lstStyle/>
                    <a:p>
                      <a:r>
                        <a:t>TBD</a:t>
                      </a:r>
                    </a:p>
                  </a:txBody>
                  <a:tcPr/>
                </a:tc>
                <a:tc>
                  <a:txBody>
                    <a:bodyPr/>
                    <a:lstStyle/>
                    <a:p>
                      <a:r>
                        <a:t>TBD</a:t>
                      </a:r>
                    </a:p>
                  </a:txBody>
                  <a:tcPr/>
                </a:tc>
                <a:tc>
                  <a:txBody>
                    <a:bodyPr/>
                    <a:lstStyle/>
                    <a:p>
                      <a:r>
                        <a:t>TBD</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Performance Results</a:t>
            </a:r>
          </a:p>
        </p:txBody>
      </p:sp>
      <p:pic>
        <p:nvPicPr>
          <p:cNvPr id="3" name="Picture 2" descr="slide-chart.png"/>
          <p:cNvPicPr>
            <a:picLocks noChangeAspect="1"/>
          </p:cNvPicPr>
          <p:nvPr/>
        </p:nvPicPr>
        <p:blipFill>
          <a:blip r:embed="rId2"/>
          <a:stretch>
            <a:fillRect/>
          </a:stretch>
        </p:blipFill>
        <p:spPr>
          <a:xfrm>
            <a:off x="2743200" y="1828800"/>
            <a:ext cx="6400800" cy="36576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Photo Extraction Test</a:t>
            </a:r>
          </a:p>
        </p:txBody>
      </p:sp>
      <p:pic>
        <p:nvPicPr>
          <p:cNvPr id="3" name="Picture 2" descr="slide-photo.png"/>
          <p:cNvPicPr>
            <a:picLocks noChangeAspect="1"/>
          </p:cNvPicPr>
          <p:nvPr/>
        </p:nvPicPr>
        <p:blipFill>
          <a:blip r:embed="rId2"/>
          <a:stretch>
            <a:fillRect/>
          </a:stretch>
        </p:blipFill>
        <p:spPr>
          <a:xfrm>
            <a:off x="2743200" y="1371600"/>
            <a:ext cx="6400800" cy="4572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Azure Resource Inventory (Long Table)</a:t>
            </a:r>
          </a:p>
        </p:txBody>
      </p:sp>
      <p:graphicFrame>
        <p:nvGraphicFramePr>
          <p:cNvPr id="3" name="Table 2"/>
          <p:cNvGraphicFramePr>
            <a:graphicFrameLocks noGrp="1"/>
          </p:cNvGraphicFramePr>
          <p:nvPr/>
        </p:nvGraphicFramePr>
        <p:xfrm>
          <a:off x="274320" y="1097280"/>
          <a:ext cx="11612880" cy="5303520"/>
        </p:xfrm>
        <a:graphic>
          <a:graphicData uri="http://schemas.openxmlformats.org/drawingml/2006/table">
            <a:tbl>
              <a:tblPr firstRow="1" bandRow="1">
                <a:tableStyleId>{5C22544A-7EE6-4342-B048-85BDC9FD1C3A}</a:tableStyleId>
              </a:tblPr>
              <a:tblGrid>
                <a:gridCol w="1935480"/>
                <a:gridCol w="1935480"/>
                <a:gridCol w="1935480"/>
                <a:gridCol w="1935480"/>
                <a:gridCol w="1935480"/>
                <a:gridCol w="1935480"/>
              </a:tblGrid>
              <a:tr h="171081">
                <a:tc>
                  <a:txBody>
                    <a:bodyPr/>
                    <a:lstStyle/>
                    <a:p>
                      <a:r>
                        <a:rPr sz="700"/>
                        <a:t>#</a:t>
                      </a:r>
                    </a:p>
                  </a:txBody>
                  <a:tcPr/>
                </a:tc>
                <a:tc>
                  <a:txBody>
                    <a:bodyPr/>
                    <a:lstStyle/>
                    <a:p>
                      <a:r>
                        <a:rPr sz="700"/>
                        <a:t>Resource Name</a:t>
                      </a:r>
                    </a:p>
                  </a:txBody>
                  <a:tcPr/>
                </a:tc>
                <a:tc>
                  <a:txBody>
                    <a:bodyPr/>
                    <a:lstStyle/>
                    <a:p>
                      <a:r>
                        <a:rPr sz="700"/>
                        <a:t>Type</a:t>
                      </a:r>
                    </a:p>
                  </a:txBody>
                  <a:tcPr/>
                </a:tc>
                <a:tc>
                  <a:txBody>
                    <a:bodyPr/>
                    <a:lstStyle/>
                    <a:p>
                      <a:r>
                        <a:rPr sz="700"/>
                        <a:t>Region</a:t>
                      </a:r>
                    </a:p>
                  </a:txBody>
                  <a:tcPr/>
                </a:tc>
                <a:tc>
                  <a:txBody>
                    <a:bodyPr/>
                    <a:lstStyle/>
                    <a:p>
                      <a:r>
                        <a:rPr sz="700"/>
                        <a:t>Status</a:t>
                      </a:r>
                    </a:p>
                  </a:txBody>
                  <a:tcPr/>
                </a:tc>
                <a:tc>
                  <a:txBody>
                    <a:bodyPr/>
                    <a:lstStyle/>
                    <a:p>
                      <a:r>
                        <a:rPr sz="700"/>
                        <a:t>Monthly Cost</a:t>
                      </a:r>
                    </a:p>
                  </a:txBody>
                  <a:tcPr/>
                </a:tc>
              </a:tr>
              <a:tr h="171081">
                <a:tc>
                  <a:txBody>
                    <a:bodyPr/>
                    <a:lstStyle/>
                    <a:p>
                      <a:r>
                        <a:rPr sz="700"/>
                        <a:t>1</a:t>
                      </a:r>
                    </a:p>
                  </a:txBody>
                  <a:tcPr/>
                </a:tc>
                <a:tc>
                  <a:txBody>
                    <a:bodyPr/>
                    <a:lstStyle/>
                    <a:p>
                      <a:r>
                        <a:rPr sz="700"/>
                        <a:t>kb-agent-container-app-01</a:t>
                      </a:r>
                    </a:p>
                  </a:txBody>
                  <a:tcPr/>
                </a:tc>
                <a:tc>
                  <a:txBody>
                    <a:bodyPr/>
                    <a:lstStyle/>
                    <a:p>
                      <a:r>
                        <a:rPr sz="700"/>
                        <a:t>Container App</a:t>
                      </a:r>
                    </a:p>
                  </a:txBody>
                  <a:tcPr/>
                </a:tc>
                <a:tc>
                  <a:txBody>
                    <a:bodyPr/>
                    <a:lstStyle/>
                    <a:p>
                      <a:r>
                        <a:rPr sz="700"/>
                        <a:t>East US 2</a:t>
                      </a:r>
                    </a:p>
                  </a:txBody>
                  <a:tcPr/>
                </a:tc>
                <a:tc>
                  <a:txBody>
                    <a:bodyPr/>
                    <a:lstStyle/>
                    <a:p>
                      <a:r>
                        <a:rPr sz="700"/>
                        <a:t>Running</a:t>
                      </a:r>
                    </a:p>
                  </a:txBody>
                  <a:tcPr/>
                </a:tc>
                <a:tc>
                  <a:txBody>
                    <a:bodyPr/>
                    <a:lstStyle/>
                    <a:p>
                      <a:r>
                        <a:rPr sz="700"/>
                        <a:t>$45.00</a:t>
                      </a:r>
                    </a:p>
                  </a:txBody>
                  <a:tcPr/>
                </a:tc>
              </a:tr>
              <a:tr h="171081">
                <a:tc>
                  <a:txBody>
                    <a:bodyPr/>
                    <a:lstStyle/>
                    <a:p>
                      <a:r>
                        <a:rPr sz="700"/>
                        <a:t>2</a:t>
                      </a:r>
                    </a:p>
                  </a:txBody>
                  <a:tcPr/>
                </a:tc>
                <a:tc>
                  <a:txBody>
                    <a:bodyPr/>
                    <a:lstStyle/>
                    <a:p>
                      <a:r>
                        <a:rPr sz="700"/>
                        <a:t>kb-agent-cosmos-db-02</a:t>
                      </a:r>
                    </a:p>
                  </a:txBody>
                  <a:tcPr/>
                </a:tc>
                <a:tc>
                  <a:txBody>
                    <a:bodyPr/>
                    <a:lstStyle/>
                    <a:p>
                      <a:r>
                        <a:rPr sz="700"/>
                        <a:t>Cosmos DB</a:t>
                      </a:r>
                    </a:p>
                  </a:txBody>
                  <a:tcPr/>
                </a:tc>
                <a:tc>
                  <a:txBody>
                    <a:bodyPr/>
                    <a:lstStyle/>
                    <a:p>
                      <a:r>
                        <a:rPr sz="700"/>
                        <a:t>West US 3</a:t>
                      </a:r>
                    </a:p>
                  </a:txBody>
                  <a:tcPr/>
                </a:tc>
                <a:tc>
                  <a:txBody>
                    <a:bodyPr/>
                    <a:lstStyle/>
                    <a:p>
                      <a:r>
                        <a:rPr sz="700"/>
                        <a:t>Provisioned</a:t>
                      </a:r>
                    </a:p>
                  </a:txBody>
                  <a:tcPr/>
                </a:tc>
                <a:tc>
                  <a:txBody>
                    <a:bodyPr/>
                    <a:lstStyle/>
                    <a:p>
                      <a:r>
                        <a:rPr sz="700"/>
                        <a:t>$120.50</a:t>
                      </a:r>
                    </a:p>
                  </a:txBody>
                  <a:tcPr/>
                </a:tc>
              </a:tr>
              <a:tr h="171081">
                <a:tc>
                  <a:txBody>
                    <a:bodyPr/>
                    <a:lstStyle/>
                    <a:p>
                      <a:r>
                        <a:rPr sz="700"/>
                        <a:t>3</a:t>
                      </a:r>
                    </a:p>
                  </a:txBody>
                  <a:tcPr/>
                </a:tc>
                <a:tc>
                  <a:txBody>
                    <a:bodyPr/>
                    <a:lstStyle/>
                    <a:p>
                      <a:r>
                        <a:rPr sz="700"/>
                        <a:t>kb-agent-ai-search-03</a:t>
                      </a:r>
                    </a:p>
                  </a:txBody>
                  <a:tcPr/>
                </a:tc>
                <a:tc>
                  <a:txBody>
                    <a:bodyPr/>
                    <a:lstStyle/>
                    <a:p>
                      <a:r>
                        <a:rPr sz="700"/>
                        <a:t>AI Search</a:t>
                      </a:r>
                    </a:p>
                  </a:txBody>
                  <a:tcPr/>
                </a:tc>
                <a:tc>
                  <a:txBody>
                    <a:bodyPr/>
                    <a:lstStyle/>
                    <a:p>
                      <a:r>
                        <a:rPr sz="700"/>
                        <a:t>Central US</a:t>
                      </a:r>
                    </a:p>
                  </a:txBody>
                  <a:tcPr/>
                </a:tc>
                <a:tc>
                  <a:txBody>
                    <a:bodyPr/>
                    <a:lstStyle/>
                    <a:p>
                      <a:r>
                        <a:rPr sz="700"/>
                        <a:t>Scaling</a:t>
                      </a:r>
                    </a:p>
                  </a:txBody>
                  <a:tcPr/>
                </a:tc>
                <a:tc>
                  <a:txBody>
                    <a:bodyPr/>
                    <a:lstStyle/>
                    <a:p>
                      <a:r>
                        <a:rPr sz="700"/>
                        <a:t>$89.99</a:t>
                      </a:r>
                    </a:p>
                  </a:txBody>
                  <a:tcPr/>
                </a:tc>
              </a:tr>
              <a:tr h="171081">
                <a:tc>
                  <a:txBody>
                    <a:bodyPr/>
                    <a:lstStyle/>
                    <a:p>
                      <a:r>
                        <a:rPr sz="700"/>
                        <a:t>4</a:t>
                      </a:r>
                    </a:p>
                  </a:txBody>
                  <a:tcPr/>
                </a:tc>
                <a:tc>
                  <a:txBody>
                    <a:bodyPr/>
                    <a:lstStyle/>
                    <a:p>
                      <a:r>
                        <a:rPr sz="700"/>
                        <a:t>kb-agent-openai-04</a:t>
                      </a:r>
                    </a:p>
                  </a:txBody>
                  <a:tcPr/>
                </a:tc>
                <a:tc>
                  <a:txBody>
                    <a:bodyPr/>
                    <a:lstStyle/>
                    <a:p>
                      <a:r>
                        <a:rPr sz="700"/>
                        <a:t>OpenAI</a:t>
                      </a:r>
                    </a:p>
                  </a:txBody>
                  <a:tcPr/>
                </a:tc>
                <a:tc>
                  <a:txBody>
                    <a:bodyPr/>
                    <a:lstStyle/>
                    <a:p>
                      <a:r>
                        <a:rPr sz="700"/>
                        <a:t>North Europe</a:t>
                      </a:r>
                    </a:p>
                  </a:txBody>
                  <a:tcPr/>
                </a:tc>
                <a:tc>
                  <a:txBody>
                    <a:bodyPr/>
                    <a:lstStyle/>
                    <a:p>
                      <a:r>
                        <a:rPr sz="700"/>
                        <a:t>Updating</a:t>
                      </a:r>
                    </a:p>
                  </a:txBody>
                  <a:tcPr/>
                </a:tc>
                <a:tc>
                  <a:txBody>
                    <a:bodyPr/>
                    <a:lstStyle/>
                    <a:p>
                      <a:r>
                        <a:rPr sz="700"/>
                        <a:t>$210.00</a:t>
                      </a:r>
                    </a:p>
                  </a:txBody>
                  <a:tcPr/>
                </a:tc>
              </a:tr>
              <a:tr h="171081">
                <a:tc>
                  <a:txBody>
                    <a:bodyPr/>
                    <a:lstStyle/>
                    <a:p>
                      <a:r>
                        <a:rPr sz="700"/>
                        <a:t>5</a:t>
                      </a:r>
                    </a:p>
                  </a:txBody>
                  <a:tcPr/>
                </a:tc>
                <a:tc>
                  <a:txBody>
                    <a:bodyPr/>
                    <a:lstStyle/>
                    <a:p>
                      <a:r>
                        <a:rPr sz="700"/>
                        <a:t>kb-agent-blob-storage-05</a:t>
                      </a:r>
                    </a:p>
                  </a:txBody>
                  <a:tcPr/>
                </a:tc>
                <a:tc>
                  <a:txBody>
                    <a:bodyPr/>
                    <a:lstStyle/>
                    <a:p>
                      <a:r>
                        <a:rPr sz="700"/>
                        <a:t>Blob Storage</a:t>
                      </a:r>
                    </a:p>
                  </a:txBody>
                  <a:tcPr/>
                </a:tc>
                <a:tc>
                  <a:txBody>
                    <a:bodyPr/>
                    <a:lstStyle/>
                    <a:p>
                      <a:r>
                        <a:rPr sz="700"/>
                        <a:t>West Europe</a:t>
                      </a:r>
                    </a:p>
                  </a:txBody>
                  <a:tcPr/>
                </a:tc>
                <a:tc>
                  <a:txBody>
                    <a:bodyPr/>
                    <a:lstStyle/>
                    <a:p>
                      <a:r>
                        <a:rPr sz="700"/>
                        <a:t>Healthy</a:t>
                      </a:r>
                    </a:p>
                  </a:txBody>
                  <a:tcPr/>
                </a:tc>
                <a:tc>
                  <a:txBody>
                    <a:bodyPr/>
                    <a:lstStyle/>
                    <a:p>
                      <a:r>
                        <a:rPr sz="700"/>
                        <a:t>$15.75</a:t>
                      </a:r>
                    </a:p>
                  </a:txBody>
                  <a:tcPr/>
                </a:tc>
              </a:tr>
              <a:tr h="171081">
                <a:tc>
                  <a:txBody>
                    <a:bodyPr/>
                    <a:lstStyle/>
                    <a:p>
                      <a:r>
                        <a:rPr sz="700"/>
                        <a:t>6</a:t>
                      </a:r>
                    </a:p>
                  </a:txBody>
                  <a:tcPr/>
                </a:tc>
                <a:tc>
                  <a:txBody>
                    <a:bodyPr/>
                    <a:lstStyle/>
                    <a:p>
                      <a:r>
                        <a:rPr sz="700"/>
                        <a:t>kb-agent-key-vault-06</a:t>
                      </a:r>
                    </a:p>
                  </a:txBody>
                  <a:tcPr/>
                </a:tc>
                <a:tc>
                  <a:txBody>
                    <a:bodyPr/>
                    <a:lstStyle/>
                    <a:p>
                      <a:r>
                        <a:rPr sz="700"/>
                        <a:t>Key Vault</a:t>
                      </a:r>
                    </a:p>
                  </a:txBody>
                  <a:tcPr/>
                </a:tc>
                <a:tc>
                  <a:txBody>
                    <a:bodyPr/>
                    <a:lstStyle/>
                    <a:p>
                      <a:r>
                        <a:rPr sz="700"/>
                        <a:t>East US 2</a:t>
                      </a:r>
                    </a:p>
                  </a:txBody>
                  <a:tcPr/>
                </a:tc>
                <a:tc>
                  <a:txBody>
                    <a:bodyPr/>
                    <a:lstStyle/>
                    <a:p>
                      <a:r>
                        <a:rPr sz="700"/>
                        <a:t>Running</a:t>
                      </a:r>
                    </a:p>
                  </a:txBody>
                  <a:tcPr/>
                </a:tc>
                <a:tc>
                  <a:txBody>
                    <a:bodyPr/>
                    <a:lstStyle/>
                    <a:p>
                      <a:r>
                        <a:rPr sz="700"/>
                        <a:t>$32.40</a:t>
                      </a:r>
                    </a:p>
                  </a:txBody>
                  <a:tcPr/>
                </a:tc>
              </a:tr>
              <a:tr h="171081">
                <a:tc>
                  <a:txBody>
                    <a:bodyPr/>
                    <a:lstStyle/>
                    <a:p>
                      <a:r>
                        <a:rPr sz="700"/>
                        <a:t>7</a:t>
                      </a:r>
                    </a:p>
                  </a:txBody>
                  <a:tcPr/>
                </a:tc>
                <a:tc>
                  <a:txBody>
                    <a:bodyPr/>
                    <a:lstStyle/>
                    <a:p>
                      <a:r>
                        <a:rPr sz="700"/>
                        <a:t>kb-agent-app-insights-07</a:t>
                      </a:r>
                    </a:p>
                  </a:txBody>
                  <a:tcPr/>
                </a:tc>
                <a:tc>
                  <a:txBody>
                    <a:bodyPr/>
                    <a:lstStyle/>
                    <a:p>
                      <a:r>
                        <a:rPr sz="700"/>
                        <a:t>App Insights</a:t>
                      </a:r>
                    </a:p>
                  </a:txBody>
                  <a:tcPr/>
                </a:tc>
                <a:tc>
                  <a:txBody>
                    <a:bodyPr/>
                    <a:lstStyle/>
                    <a:p>
                      <a:r>
                        <a:rPr sz="700"/>
                        <a:t>West US 3</a:t>
                      </a:r>
                    </a:p>
                  </a:txBody>
                  <a:tcPr/>
                </a:tc>
                <a:tc>
                  <a:txBody>
                    <a:bodyPr/>
                    <a:lstStyle/>
                    <a:p>
                      <a:r>
                        <a:rPr sz="700"/>
                        <a:t>Provisioned</a:t>
                      </a:r>
                    </a:p>
                  </a:txBody>
                  <a:tcPr/>
                </a:tc>
                <a:tc>
                  <a:txBody>
                    <a:bodyPr/>
                    <a:lstStyle/>
                    <a:p>
                      <a:r>
                        <a:rPr sz="700"/>
                        <a:t>$8.50</a:t>
                      </a:r>
                    </a:p>
                  </a:txBody>
                  <a:tcPr/>
                </a:tc>
              </a:tr>
              <a:tr h="171081">
                <a:tc>
                  <a:txBody>
                    <a:bodyPr/>
                    <a:lstStyle/>
                    <a:p>
                      <a:r>
                        <a:rPr sz="700"/>
                        <a:t>8</a:t>
                      </a:r>
                    </a:p>
                  </a:txBody>
                  <a:tcPr/>
                </a:tc>
                <a:tc>
                  <a:txBody>
                    <a:bodyPr/>
                    <a:lstStyle/>
                    <a:p>
                      <a:r>
                        <a:rPr sz="700"/>
                        <a:t>kb-agent-log-analytics-08</a:t>
                      </a:r>
                    </a:p>
                  </a:txBody>
                  <a:tcPr/>
                </a:tc>
                <a:tc>
                  <a:txBody>
                    <a:bodyPr/>
                    <a:lstStyle/>
                    <a:p>
                      <a:r>
                        <a:rPr sz="700"/>
                        <a:t>Log Analytics</a:t>
                      </a:r>
                    </a:p>
                  </a:txBody>
                  <a:tcPr/>
                </a:tc>
                <a:tc>
                  <a:txBody>
                    <a:bodyPr/>
                    <a:lstStyle/>
                    <a:p>
                      <a:r>
                        <a:rPr sz="700"/>
                        <a:t>Central US</a:t>
                      </a:r>
                    </a:p>
                  </a:txBody>
                  <a:tcPr/>
                </a:tc>
                <a:tc>
                  <a:txBody>
                    <a:bodyPr/>
                    <a:lstStyle/>
                    <a:p>
                      <a:r>
                        <a:rPr sz="700"/>
                        <a:t>Scaling</a:t>
                      </a:r>
                    </a:p>
                  </a:txBody>
                  <a:tcPr/>
                </a:tc>
                <a:tc>
                  <a:txBody>
                    <a:bodyPr/>
                    <a:lstStyle/>
                    <a:p>
                      <a:r>
                        <a:rPr sz="700"/>
                        <a:t>$55.20</a:t>
                      </a:r>
                    </a:p>
                  </a:txBody>
                  <a:tcPr/>
                </a:tc>
              </a:tr>
              <a:tr h="171081">
                <a:tc>
                  <a:txBody>
                    <a:bodyPr/>
                    <a:lstStyle/>
                    <a:p>
                      <a:r>
                        <a:rPr sz="700"/>
                        <a:t>9</a:t>
                      </a:r>
                    </a:p>
                  </a:txBody>
                  <a:tcPr/>
                </a:tc>
                <a:tc>
                  <a:txBody>
                    <a:bodyPr/>
                    <a:lstStyle/>
                    <a:p>
                      <a:r>
                        <a:rPr sz="700"/>
                        <a:t>kb-agent-container-registry-09</a:t>
                      </a:r>
                    </a:p>
                  </a:txBody>
                  <a:tcPr/>
                </a:tc>
                <a:tc>
                  <a:txBody>
                    <a:bodyPr/>
                    <a:lstStyle/>
                    <a:p>
                      <a:r>
                        <a:rPr sz="700"/>
                        <a:t>Container Registry</a:t>
                      </a:r>
                    </a:p>
                  </a:txBody>
                  <a:tcPr/>
                </a:tc>
                <a:tc>
                  <a:txBody>
                    <a:bodyPr/>
                    <a:lstStyle/>
                    <a:p>
                      <a:r>
                        <a:rPr sz="700"/>
                        <a:t>North Europe</a:t>
                      </a:r>
                    </a:p>
                  </a:txBody>
                  <a:tcPr/>
                </a:tc>
                <a:tc>
                  <a:txBody>
                    <a:bodyPr/>
                    <a:lstStyle/>
                    <a:p>
                      <a:r>
                        <a:rPr sz="700"/>
                        <a:t>Updating</a:t>
                      </a:r>
                    </a:p>
                  </a:txBody>
                  <a:tcPr/>
                </a:tc>
                <a:tc>
                  <a:txBody>
                    <a:bodyPr/>
                    <a:lstStyle/>
                    <a:p>
                      <a:r>
                        <a:rPr sz="700"/>
                        <a:t>$178.00</a:t>
                      </a:r>
                    </a:p>
                  </a:txBody>
                  <a:tcPr/>
                </a:tc>
              </a:tr>
              <a:tr h="171081">
                <a:tc>
                  <a:txBody>
                    <a:bodyPr/>
                    <a:lstStyle/>
                    <a:p>
                      <a:r>
                        <a:rPr sz="700"/>
                        <a:t>10</a:t>
                      </a:r>
                    </a:p>
                  </a:txBody>
                  <a:tcPr/>
                </a:tc>
                <a:tc>
                  <a:txBody>
                    <a:bodyPr/>
                    <a:lstStyle/>
                    <a:p>
                      <a:r>
                        <a:rPr sz="700"/>
                        <a:t>kb-agent-virtual-network-10</a:t>
                      </a:r>
                    </a:p>
                  </a:txBody>
                  <a:tcPr/>
                </a:tc>
                <a:tc>
                  <a:txBody>
                    <a:bodyPr/>
                    <a:lstStyle/>
                    <a:p>
                      <a:r>
                        <a:rPr sz="700"/>
                        <a:t>Virtual Network</a:t>
                      </a:r>
                    </a:p>
                  </a:txBody>
                  <a:tcPr/>
                </a:tc>
                <a:tc>
                  <a:txBody>
                    <a:bodyPr/>
                    <a:lstStyle/>
                    <a:p>
                      <a:r>
                        <a:rPr sz="700"/>
                        <a:t>West Europe</a:t>
                      </a:r>
                    </a:p>
                  </a:txBody>
                  <a:tcPr/>
                </a:tc>
                <a:tc>
                  <a:txBody>
                    <a:bodyPr/>
                    <a:lstStyle/>
                    <a:p>
                      <a:r>
                        <a:rPr sz="700"/>
                        <a:t>Healthy</a:t>
                      </a:r>
                    </a:p>
                  </a:txBody>
                  <a:tcPr/>
                </a:tc>
                <a:tc>
                  <a:txBody>
                    <a:bodyPr/>
                    <a:lstStyle/>
                    <a:p>
                      <a:r>
                        <a:rPr sz="700"/>
                        <a:t>$0.00</a:t>
                      </a:r>
                    </a:p>
                  </a:txBody>
                  <a:tcPr/>
                </a:tc>
              </a:tr>
              <a:tr h="171081">
                <a:tc>
                  <a:txBody>
                    <a:bodyPr/>
                    <a:lstStyle/>
                    <a:p>
                      <a:r>
                        <a:rPr sz="700"/>
                        <a:t>11</a:t>
                      </a:r>
                    </a:p>
                  </a:txBody>
                  <a:tcPr/>
                </a:tc>
                <a:tc>
                  <a:txBody>
                    <a:bodyPr/>
                    <a:lstStyle/>
                    <a:p>
                      <a:r>
                        <a:rPr sz="700"/>
                        <a:t>kb-agent-container-app-11</a:t>
                      </a:r>
                    </a:p>
                  </a:txBody>
                  <a:tcPr/>
                </a:tc>
                <a:tc>
                  <a:txBody>
                    <a:bodyPr/>
                    <a:lstStyle/>
                    <a:p>
                      <a:r>
                        <a:rPr sz="700"/>
                        <a:t>Container App</a:t>
                      </a:r>
                    </a:p>
                  </a:txBody>
                  <a:tcPr/>
                </a:tc>
                <a:tc>
                  <a:txBody>
                    <a:bodyPr/>
                    <a:lstStyle/>
                    <a:p>
                      <a:r>
                        <a:rPr sz="700"/>
                        <a:t>East US 2</a:t>
                      </a:r>
                    </a:p>
                  </a:txBody>
                  <a:tcPr/>
                </a:tc>
                <a:tc>
                  <a:txBody>
                    <a:bodyPr/>
                    <a:lstStyle/>
                    <a:p>
                      <a:r>
                        <a:rPr sz="700"/>
                        <a:t>Running</a:t>
                      </a:r>
                    </a:p>
                  </a:txBody>
                  <a:tcPr/>
                </a:tc>
                <a:tc>
                  <a:txBody>
                    <a:bodyPr/>
                    <a:lstStyle/>
                    <a:p>
                      <a:r>
                        <a:rPr sz="700"/>
                        <a:t>$45.00</a:t>
                      </a:r>
                    </a:p>
                  </a:txBody>
                  <a:tcPr/>
                </a:tc>
              </a:tr>
              <a:tr h="171081">
                <a:tc>
                  <a:txBody>
                    <a:bodyPr/>
                    <a:lstStyle/>
                    <a:p>
                      <a:r>
                        <a:rPr sz="700"/>
                        <a:t>12</a:t>
                      </a:r>
                    </a:p>
                  </a:txBody>
                  <a:tcPr/>
                </a:tc>
                <a:tc>
                  <a:txBody>
                    <a:bodyPr/>
                    <a:lstStyle/>
                    <a:p>
                      <a:r>
                        <a:rPr sz="700"/>
                        <a:t>kb-agent-cosmos-db-12</a:t>
                      </a:r>
                    </a:p>
                  </a:txBody>
                  <a:tcPr/>
                </a:tc>
                <a:tc>
                  <a:txBody>
                    <a:bodyPr/>
                    <a:lstStyle/>
                    <a:p>
                      <a:r>
                        <a:rPr sz="700"/>
                        <a:t>Cosmos DB</a:t>
                      </a:r>
                    </a:p>
                  </a:txBody>
                  <a:tcPr/>
                </a:tc>
                <a:tc>
                  <a:txBody>
                    <a:bodyPr/>
                    <a:lstStyle/>
                    <a:p>
                      <a:r>
                        <a:rPr sz="700"/>
                        <a:t>West US 3</a:t>
                      </a:r>
                    </a:p>
                  </a:txBody>
                  <a:tcPr/>
                </a:tc>
                <a:tc>
                  <a:txBody>
                    <a:bodyPr/>
                    <a:lstStyle/>
                    <a:p>
                      <a:r>
                        <a:rPr sz="700"/>
                        <a:t>Provisioned</a:t>
                      </a:r>
                    </a:p>
                  </a:txBody>
                  <a:tcPr/>
                </a:tc>
                <a:tc>
                  <a:txBody>
                    <a:bodyPr/>
                    <a:lstStyle/>
                    <a:p>
                      <a:r>
                        <a:rPr sz="700"/>
                        <a:t>$120.50</a:t>
                      </a:r>
                    </a:p>
                  </a:txBody>
                  <a:tcPr/>
                </a:tc>
              </a:tr>
              <a:tr h="171081">
                <a:tc>
                  <a:txBody>
                    <a:bodyPr/>
                    <a:lstStyle/>
                    <a:p>
                      <a:r>
                        <a:rPr sz="700"/>
                        <a:t>13</a:t>
                      </a:r>
                    </a:p>
                  </a:txBody>
                  <a:tcPr/>
                </a:tc>
                <a:tc>
                  <a:txBody>
                    <a:bodyPr/>
                    <a:lstStyle/>
                    <a:p>
                      <a:r>
                        <a:rPr sz="700"/>
                        <a:t>kb-agent-ai-search-13</a:t>
                      </a:r>
                    </a:p>
                  </a:txBody>
                  <a:tcPr/>
                </a:tc>
                <a:tc>
                  <a:txBody>
                    <a:bodyPr/>
                    <a:lstStyle/>
                    <a:p>
                      <a:r>
                        <a:rPr sz="700"/>
                        <a:t>AI Search</a:t>
                      </a:r>
                    </a:p>
                  </a:txBody>
                  <a:tcPr/>
                </a:tc>
                <a:tc>
                  <a:txBody>
                    <a:bodyPr/>
                    <a:lstStyle/>
                    <a:p>
                      <a:r>
                        <a:rPr sz="700"/>
                        <a:t>Central US</a:t>
                      </a:r>
                    </a:p>
                  </a:txBody>
                  <a:tcPr/>
                </a:tc>
                <a:tc>
                  <a:txBody>
                    <a:bodyPr/>
                    <a:lstStyle/>
                    <a:p>
                      <a:r>
                        <a:rPr sz="700"/>
                        <a:t>Scaling</a:t>
                      </a:r>
                    </a:p>
                  </a:txBody>
                  <a:tcPr/>
                </a:tc>
                <a:tc>
                  <a:txBody>
                    <a:bodyPr/>
                    <a:lstStyle/>
                    <a:p>
                      <a:r>
                        <a:rPr sz="700"/>
                        <a:t>$89.99</a:t>
                      </a:r>
                    </a:p>
                  </a:txBody>
                  <a:tcPr/>
                </a:tc>
              </a:tr>
              <a:tr h="171081">
                <a:tc>
                  <a:txBody>
                    <a:bodyPr/>
                    <a:lstStyle/>
                    <a:p>
                      <a:r>
                        <a:rPr sz="700"/>
                        <a:t>14</a:t>
                      </a:r>
                    </a:p>
                  </a:txBody>
                  <a:tcPr/>
                </a:tc>
                <a:tc>
                  <a:txBody>
                    <a:bodyPr/>
                    <a:lstStyle/>
                    <a:p>
                      <a:r>
                        <a:rPr sz="700"/>
                        <a:t>kb-agent-openai-14</a:t>
                      </a:r>
                    </a:p>
                  </a:txBody>
                  <a:tcPr/>
                </a:tc>
                <a:tc>
                  <a:txBody>
                    <a:bodyPr/>
                    <a:lstStyle/>
                    <a:p>
                      <a:r>
                        <a:rPr sz="700"/>
                        <a:t>OpenAI</a:t>
                      </a:r>
                    </a:p>
                  </a:txBody>
                  <a:tcPr/>
                </a:tc>
                <a:tc>
                  <a:txBody>
                    <a:bodyPr/>
                    <a:lstStyle/>
                    <a:p>
                      <a:r>
                        <a:rPr sz="700"/>
                        <a:t>North Europe</a:t>
                      </a:r>
                    </a:p>
                  </a:txBody>
                  <a:tcPr/>
                </a:tc>
                <a:tc>
                  <a:txBody>
                    <a:bodyPr/>
                    <a:lstStyle/>
                    <a:p>
                      <a:r>
                        <a:rPr sz="700"/>
                        <a:t>Updating</a:t>
                      </a:r>
                    </a:p>
                  </a:txBody>
                  <a:tcPr/>
                </a:tc>
                <a:tc>
                  <a:txBody>
                    <a:bodyPr/>
                    <a:lstStyle/>
                    <a:p>
                      <a:r>
                        <a:rPr sz="700"/>
                        <a:t>$210.00</a:t>
                      </a:r>
                    </a:p>
                  </a:txBody>
                  <a:tcPr/>
                </a:tc>
              </a:tr>
              <a:tr h="171081">
                <a:tc>
                  <a:txBody>
                    <a:bodyPr/>
                    <a:lstStyle/>
                    <a:p>
                      <a:r>
                        <a:rPr sz="700"/>
                        <a:t>15</a:t>
                      </a:r>
                    </a:p>
                  </a:txBody>
                  <a:tcPr/>
                </a:tc>
                <a:tc>
                  <a:txBody>
                    <a:bodyPr/>
                    <a:lstStyle/>
                    <a:p>
                      <a:r>
                        <a:rPr sz="700"/>
                        <a:t>kb-agent-blob-storage-15</a:t>
                      </a:r>
                    </a:p>
                  </a:txBody>
                  <a:tcPr/>
                </a:tc>
                <a:tc>
                  <a:txBody>
                    <a:bodyPr/>
                    <a:lstStyle/>
                    <a:p>
                      <a:r>
                        <a:rPr sz="700"/>
                        <a:t>Blob Storage</a:t>
                      </a:r>
                    </a:p>
                  </a:txBody>
                  <a:tcPr/>
                </a:tc>
                <a:tc>
                  <a:txBody>
                    <a:bodyPr/>
                    <a:lstStyle/>
                    <a:p>
                      <a:r>
                        <a:rPr sz="700"/>
                        <a:t>West Europe</a:t>
                      </a:r>
                    </a:p>
                  </a:txBody>
                  <a:tcPr/>
                </a:tc>
                <a:tc>
                  <a:txBody>
                    <a:bodyPr/>
                    <a:lstStyle/>
                    <a:p>
                      <a:r>
                        <a:rPr sz="700"/>
                        <a:t>Healthy</a:t>
                      </a:r>
                    </a:p>
                  </a:txBody>
                  <a:tcPr/>
                </a:tc>
                <a:tc>
                  <a:txBody>
                    <a:bodyPr/>
                    <a:lstStyle/>
                    <a:p>
                      <a:r>
                        <a:rPr sz="700"/>
                        <a:t>$15.75</a:t>
                      </a:r>
                    </a:p>
                  </a:txBody>
                  <a:tcPr/>
                </a:tc>
              </a:tr>
              <a:tr h="171081">
                <a:tc>
                  <a:txBody>
                    <a:bodyPr/>
                    <a:lstStyle/>
                    <a:p>
                      <a:r>
                        <a:rPr sz="700"/>
                        <a:t>16</a:t>
                      </a:r>
                    </a:p>
                  </a:txBody>
                  <a:tcPr/>
                </a:tc>
                <a:tc>
                  <a:txBody>
                    <a:bodyPr/>
                    <a:lstStyle/>
                    <a:p>
                      <a:r>
                        <a:rPr sz="700"/>
                        <a:t>kb-agent-key-vault-16</a:t>
                      </a:r>
                    </a:p>
                  </a:txBody>
                  <a:tcPr/>
                </a:tc>
                <a:tc>
                  <a:txBody>
                    <a:bodyPr/>
                    <a:lstStyle/>
                    <a:p>
                      <a:r>
                        <a:rPr sz="700"/>
                        <a:t>Key Vault</a:t>
                      </a:r>
                    </a:p>
                  </a:txBody>
                  <a:tcPr/>
                </a:tc>
                <a:tc>
                  <a:txBody>
                    <a:bodyPr/>
                    <a:lstStyle/>
                    <a:p>
                      <a:r>
                        <a:rPr sz="700"/>
                        <a:t>East US 2</a:t>
                      </a:r>
                    </a:p>
                  </a:txBody>
                  <a:tcPr/>
                </a:tc>
                <a:tc>
                  <a:txBody>
                    <a:bodyPr/>
                    <a:lstStyle/>
                    <a:p>
                      <a:r>
                        <a:rPr sz="700"/>
                        <a:t>Running</a:t>
                      </a:r>
                    </a:p>
                  </a:txBody>
                  <a:tcPr/>
                </a:tc>
                <a:tc>
                  <a:txBody>
                    <a:bodyPr/>
                    <a:lstStyle/>
                    <a:p>
                      <a:r>
                        <a:rPr sz="700"/>
                        <a:t>$32.40</a:t>
                      </a:r>
                    </a:p>
                  </a:txBody>
                  <a:tcPr/>
                </a:tc>
              </a:tr>
              <a:tr h="171081">
                <a:tc>
                  <a:txBody>
                    <a:bodyPr/>
                    <a:lstStyle/>
                    <a:p>
                      <a:r>
                        <a:rPr sz="700"/>
                        <a:t>17</a:t>
                      </a:r>
                    </a:p>
                  </a:txBody>
                  <a:tcPr/>
                </a:tc>
                <a:tc>
                  <a:txBody>
                    <a:bodyPr/>
                    <a:lstStyle/>
                    <a:p>
                      <a:r>
                        <a:rPr sz="700"/>
                        <a:t>kb-agent-app-insights-17</a:t>
                      </a:r>
                    </a:p>
                  </a:txBody>
                  <a:tcPr/>
                </a:tc>
                <a:tc>
                  <a:txBody>
                    <a:bodyPr/>
                    <a:lstStyle/>
                    <a:p>
                      <a:r>
                        <a:rPr sz="700"/>
                        <a:t>App Insights</a:t>
                      </a:r>
                    </a:p>
                  </a:txBody>
                  <a:tcPr/>
                </a:tc>
                <a:tc>
                  <a:txBody>
                    <a:bodyPr/>
                    <a:lstStyle/>
                    <a:p>
                      <a:r>
                        <a:rPr sz="700"/>
                        <a:t>West US 3</a:t>
                      </a:r>
                    </a:p>
                  </a:txBody>
                  <a:tcPr/>
                </a:tc>
                <a:tc>
                  <a:txBody>
                    <a:bodyPr/>
                    <a:lstStyle/>
                    <a:p>
                      <a:r>
                        <a:rPr sz="700"/>
                        <a:t>Provisioned</a:t>
                      </a:r>
                    </a:p>
                  </a:txBody>
                  <a:tcPr/>
                </a:tc>
                <a:tc>
                  <a:txBody>
                    <a:bodyPr/>
                    <a:lstStyle/>
                    <a:p>
                      <a:r>
                        <a:rPr sz="700"/>
                        <a:t>$8.50</a:t>
                      </a:r>
                    </a:p>
                  </a:txBody>
                  <a:tcPr/>
                </a:tc>
              </a:tr>
              <a:tr h="171081">
                <a:tc>
                  <a:txBody>
                    <a:bodyPr/>
                    <a:lstStyle/>
                    <a:p>
                      <a:r>
                        <a:rPr sz="700"/>
                        <a:t>18</a:t>
                      </a:r>
                    </a:p>
                  </a:txBody>
                  <a:tcPr/>
                </a:tc>
                <a:tc>
                  <a:txBody>
                    <a:bodyPr/>
                    <a:lstStyle/>
                    <a:p>
                      <a:r>
                        <a:rPr sz="700"/>
                        <a:t>kb-agent-log-analytics-18</a:t>
                      </a:r>
                    </a:p>
                  </a:txBody>
                  <a:tcPr/>
                </a:tc>
                <a:tc>
                  <a:txBody>
                    <a:bodyPr/>
                    <a:lstStyle/>
                    <a:p>
                      <a:r>
                        <a:rPr sz="700"/>
                        <a:t>Log Analytics</a:t>
                      </a:r>
                    </a:p>
                  </a:txBody>
                  <a:tcPr/>
                </a:tc>
                <a:tc>
                  <a:txBody>
                    <a:bodyPr/>
                    <a:lstStyle/>
                    <a:p>
                      <a:r>
                        <a:rPr sz="700"/>
                        <a:t>Central US</a:t>
                      </a:r>
                    </a:p>
                  </a:txBody>
                  <a:tcPr/>
                </a:tc>
                <a:tc>
                  <a:txBody>
                    <a:bodyPr/>
                    <a:lstStyle/>
                    <a:p>
                      <a:r>
                        <a:rPr sz="700"/>
                        <a:t>Scaling</a:t>
                      </a:r>
                    </a:p>
                  </a:txBody>
                  <a:tcPr/>
                </a:tc>
                <a:tc>
                  <a:txBody>
                    <a:bodyPr/>
                    <a:lstStyle/>
                    <a:p>
                      <a:r>
                        <a:rPr sz="700"/>
                        <a:t>$55.20</a:t>
                      </a:r>
                    </a:p>
                  </a:txBody>
                  <a:tcPr/>
                </a:tc>
              </a:tr>
              <a:tr h="171081">
                <a:tc>
                  <a:txBody>
                    <a:bodyPr/>
                    <a:lstStyle/>
                    <a:p>
                      <a:r>
                        <a:rPr sz="700"/>
                        <a:t>19</a:t>
                      </a:r>
                    </a:p>
                  </a:txBody>
                  <a:tcPr/>
                </a:tc>
                <a:tc>
                  <a:txBody>
                    <a:bodyPr/>
                    <a:lstStyle/>
                    <a:p>
                      <a:r>
                        <a:rPr sz="700"/>
                        <a:t>kb-agent-container-registry-19</a:t>
                      </a:r>
                    </a:p>
                  </a:txBody>
                  <a:tcPr/>
                </a:tc>
                <a:tc>
                  <a:txBody>
                    <a:bodyPr/>
                    <a:lstStyle/>
                    <a:p>
                      <a:r>
                        <a:rPr sz="700"/>
                        <a:t>Container Registry</a:t>
                      </a:r>
                    </a:p>
                  </a:txBody>
                  <a:tcPr/>
                </a:tc>
                <a:tc>
                  <a:txBody>
                    <a:bodyPr/>
                    <a:lstStyle/>
                    <a:p>
                      <a:r>
                        <a:rPr sz="700"/>
                        <a:t>North Europe</a:t>
                      </a:r>
                    </a:p>
                  </a:txBody>
                  <a:tcPr/>
                </a:tc>
                <a:tc>
                  <a:txBody>
                    <a:bodyPr/>
                    <a:lstStyle/>
                    <a:p>
                      <a:r>
                        <a:rPr sz="700"/>
                        <a:t>Updating</a:t>
                      </a:r>
                    </a:p>
                  </a:txBody>
                  <a:tcPr/>
                </a:tc>
                <a:tc>
                  <a:txBody>
                    <a:bodyPr/>
                    <a:lstStyle/>
                    <a:p>
                      <a:r>
                        <a:rPr sz="700"/>
                        <a:t>$178.00</a:t>
                      </a:r>
                    </a:p>
                  </a:txBody>
                  <a:tcPr/>
                </a:tc>
              </a:tr>
              <a:tr h="171081">
                <a:tc>
                  <a:txBody>
                    <a:bodyPr/>
                    <a:lstStyle/>
                    <a:p>
                      <a:r>
                        <a:rPr sz="700"/>
                        <a:t>20</a:t>
                      </a:r>
                    </a:p>
                  </a:txBody>
                  <a:tcPr/>
                </a:tc>
                <a:tc>
                  <a:txBody>
                    <a:bodyPr/>
                    <a:lstStyle/>
                    <a:p>
                      <a:r>
                        <a:rPr sz="700"/>
                        <a:t>kb-agent-virtual-network-20</a:t>
                      </a:r>
                    </a:p>
                  </a:txBody>
                  <a:tcPr/>
                </a:tc>
                <a:tc>
                  <a:txBody>
                    <a:bodyPr/>
                    <a:lstStyle/>
                    <a:p>
                      <a:r>
                        <a:rPr sz="700"/>
                        <a:t>Virtual Network</a:t>
                      </a:r>
                    </a:p>
                  </a:txBody>
                  <a:tcPr/>
                </a:tc>
                <a:tc>
                  <a:txBody>
                    <a:bodyPr/>
                    <a:lstStyle/>
                    <a:p>
                      <a:r>
                        <a:rPr sz="700"/>
                        <a:t>West Europe</a:t>
                      </a:r>
                    </a:p>
                  </a:txBody>
                  <a:tcPr/>
                </a:tc>
                <a:tc>
                  <a:txBody>
                    <a:bodyPr/>
                    <a:lstStyle/>
                    <a:p>
                      <a:r>
                        <a:rPr sz="700"/>
                        <a:t>Healthy</a:t>
                      </a:r>
                    </a:p>
                  </a:txBody>
                  <a:tcPr/>
                </a:tc>
                <a:tc>
                  <a:txBody>
                    <a:bodyPr/>
                    <a:lstStyle/>
                    <a:p>
                      <a:r>
                        <a:rPr sz="700"/>
                        <a:t>$0.00</a:t>
                      </a:r>
                    </a:p>
                  </a:txBody>
                  <a:tcPr/>
                </a:tc>
              </a:tr>
              <a:tr h="171081">
                <a:tc>
                  <a:txBody>
                    <a:bodyPr/>
                    <a:lstStyle/>
                    <a:p>
                      <a:r>
                        <a:rPr sz="700"/>
                        <a:t>21</a:t>
                      </a:r>
                    </a:p>
                  </a:txBody>
                  <a:tcPr/>
                </a:tc>
                <a:tc>
                  <a:txBody>
                    <a:bodyPr/>
                    <a:lstStyle/>
                    <a:p>
                      <a:r>
                        <a:rPr sz="700"/>
                        <a:t>kb-agent-container-app-21</a:t>
                      </a:r>
                    </a:p>
                  </a:txBody>
                  <a:tcPr/>
                </a:tc>
                <a:tc>
                  <a:txBody>
                    <a:bodyPr/>
                    <a:lstStyle/>
                    <a:p>
                      <a:r>
                        <a:rPr sz="700"/>
                        <a:t>Container App</a:t>
                      </a:r>
                    </a:p>
                  </a:txBody>
                  <a:tcPr/>
                </a:tc>
                <a:tc>
                  <a:txBody>
                    <a:bodyPr/>
                    <a:lstStyle/>
                    <a:p>
                      <a:r>
                        <a:rPr sz="700"/>
                        <a:t>East US 2</a:t>
                      </a:r>
                    </a:p>
                  </a:txBody>
                  <a:tcPr/>
                </a:tc>
                <a:tc>
                  <a:txBody>
                    <a:bodyPr/>
                    <a:lstStyle/>
                    <a:p>
                      <a:r>
                        <a:rPr sz="700"/>
                        <a:t>Running</a:t>
                      </a:r>
                    </a:p>
                  </a:txBody>
                  <a:tcPr/>
                </a:tc>
                <a:tc>
                  <a:txBody>
                    <a:bodyPr/>
                    <a:lstStyle/>
                    <a:p>
                      <a:r>
                        <a:rPr sz="700"/>
                        <a:t>$45.00</a:t>
                      </a:r>
                    </a:p>
                  </a:txBody>
                  <a:tcPr/>
                </a:tc>
              </a:tr>
              <a:tr h="171081">
                <a:tc>
                  <a:txBody>
                    <a:bodyPr/>
                    <a:lstStyle/>
                    <a:p>
                      <a:r>
                        <a:rPr sz="700"/>
                        <a:t>22</a:t>
                      </a:r>
                    </a:p>
                  </a:txBody>
                  <a:tcPr/>
                </a:tc>
                <a:tc>
                  <a:txBody>
                    <a:bodyPr/>
                    <a:lstStyle/>
                    <a:p>
                      <a:r>
                        <a:rPr sz="700"/>
                        <a:t>kb-agent-cosmos-db-22</a:t>
                      </a:r>
                    </a:p>
                  </a:txBody>
                  <a:tcPr/>
                </a:tc>
                <a:tc>
                  <a:txBody>
                    <a:bodyPr/>
                    <a:lstStyle/>
                    <a:p>
                      <a:r>
                        <a:rPr sz="700"/>
                        <a:t>Cosmos DB</a:t>
                      </a:r>
                    </a:p>
                  </a:txBody>
                  <a:tcPr/>
                </a:tc>
                <a:tc>
                  <a:txBody>
                    <a:bodyPr/>
                    <a:lstStyle/>
                    <a:p>
                      <a:r>
                        <a:rPr sz="700"/>
                        <a:t>West US 3</a:t>
                      </a:r>
                    </a:p>
                  </a:txBody>
                  <a:tcPr/>
                </a:tc>
                <a:tc>
                  <a:txBody>
                    <a:bodyPr/>
                    <a:lstStyle/>
                    <a:p>
                      <a:r>
                        <a:rPr sz="700"/>
                        <a:t>Provisioned</a:t>
                      </a:r>
                    </a:p>
                  </a:txBody>
                  <a:tcPr/>
                </a:tc>
                <a:tc>
                  <a:txBody>
                    <a:bodyPr/>
                    <a:lstStyle/>
                    <a:p>
                      <a:r>
                        <a:rPr sz="700"/>
                        <a:t>$120.50</a:t>
                      </a:r>
                    </a:p>
                  </a:txBody>
                  <a:tcPr/>
                </a:tc>
              </a:tr>
              <a:tr h="171081">
                <a:tc>
                  <a:txBody>
                    <a:bodyPr/>
                    <a:lstStyle/>
                    <a:p>
                      <a:r>
                        <a:rPr sz="700"/>
                        <a:t>23</a:t>
                      </a:r>
                    </a:p>
                  </a:txBody>
                  <a:tcPr/>
                </a:tc>
                <a:tc>
                  <a:txBody>
                    <a:bodyPr/>
                    <a:lstStyle/>
                    <a:p>
                      <a:r>
                        <a:rPr sz="700"/>
                        <a:t>kb-agent-ai-search-23</a:t>
                      </a:r>
                    </a:p>
                  </a:txBody>
                  <a:tcPr/>
                </a:tc>
                <a:tc>
                  <a:txBody>
                    <a:bodyPr/>
                    <a:lstStyle/>
                    <a:p>
                      <a:r>
                        <a:rPr sz="700"/>
                        <a:t>AI Search</a:t>
                      </a:r>
                    </a:p>
                  </a:txBody>
                  <a:tcPr/>
                </a:tc>
                <a:tc>
                  <a:txBody>
                    <a:bodyPr/>
                    <a:lstStyle/>
                    <a:p>
                      <a:r>
                        <a:rPr sz="700"/>
                        <a:t>Central US</a:t>
                      </a:r>
                    </a:p>
                  </a:txBody>
                  <a:tcPr/>
                </a:tc>
                <a:tc>
                  <a:txBody>
                    <a:bodyPr/>
                    <a:lstStyle/>
                    <a:p>
                      <a:r>
                        <a:rPr sz="700"/>
                        <a:t>Scaling</a:t>
                      </a:r>
                    </a:p>
                  </a:txBody>
                  <a:tcPr/>
                </a:tc>
                <a:tc>
                  <a:txBody>
                    <a:bodyPr/>
                    <a:lstStyle/>
                    <a:p>
                      <a:r>
                        <a:rPr sz="700"/>
                        <a:t>$89.99</a:t>
                      </a:r>
                    </a:p>
                  </a:txBody>
                  <a:tcPr/>
                </a:tc>
              </a:tr>
              <a:tr h="171081">
                <a:tc>
                  <a:txBody>
                    <a:bodyPr/>
                    <a:lstStyle/>
                    <a:p>
                      <a:r>
                        <a:rPr sz="700"/>
                        <a:t>24</a:t>
                      </a:r>
                    </a:p>
                  </a:txBody>
                  <a:tcPr/>
                </a:tc>
                <a:tc>
                  <a:txBody>
                    <a:bodyPr/>
                    <a:lstStyle/>
                    <a:p>
                      <a:r>
                        <a:rPr sz="700"/>
                        <a:t>kb-agent-openai-24</a:t>
                      </a:r>
                    </a:p>
                  </a:txBody>
                  <a:tcPr/>
                </a:tc>
                <a:tc>
                  <a:txBody>
                    <a:bodyPr/>
                    <a:lstStyle/>
                    <a:p>
                      <a:r>
                        <a:rPr sz="700"/>
                        <a:t>OpenAI</a:t>
                      </a:r>
                    </a:p>
                  </a:txBody>
                  <a:tcPr/>
                </a:tc>
                <a:tc>
                  <a:txBody>
                    <a:bodyPr/>
                    <a:lstStyle/>
                    <a:p>
                      <a:r>
                        <a:rPr sz="700"/>
                        <a:t>North Europe</a:t>
                      </a:r>
                    </a:p>
                  </a:txBody>
                  <a:tcPr/>
                </a:tc>
                <a:tc>
                  <a:txBody>
                    <a:bodyPr/>
                    <a:lstStyle/>
                    <a:p>
                      <a:r>
                        <a:rPr sz="700"/>
                        <a:t>Updating</a:t>
                      </a:r>
                    </a:p>
                  </a:txBody>
                  <a:tcPr/>
                </a:tc>
                <a:tc>
                  <a:txBody>
                    <a:bodyPr/>
                    <a:lstStyle/>
                    <a:p>
                      <a:r>
                        <a:rPr sz="700"/>
                        <a:t>$210.00</a:t>
                      </a:r>
                    </a:p>
                  </a:txBody>
                  <a:tcPr/>
                </a:tc>
              </a:tr>
              <a:tr h="171081">
                <a:tc>
                  <a:txBody>
                    <a:bodyPr/>
                    <a:lstStyle/>
                    <a:p>
                      <a:r>
                        <a:rPr sz="700"/>
                        <a:t>25</a:t>
                      </a:r>
                    </a:p>
                  </a:txBody>
                  <a:tcPr/>
                </a:tc>
                <a:tc>
                  <a:txBody>
                    <a:bodyPr/>
                    <a:lstStyle/>
                    <a:p>
                      <a:r>
                        <a:rPr sz="700"/>
                        <a:t>kb-agent-blob-storage-25</a:t>
                      </a:r>
                    </a:p>
                  </a:txBody>
                  <a:tcPr/>
                </a:tc>
                <a:tc>
                  <a:txBody>
                    <a:bodyPr/>
                    <a:lstStyle/>
                    <a:p>
                      <a:r>
                        <a:rPr sz="700"/>
                        <a:t>Blob Storage</a:t>
                      </a:r>
                    </a:p>
                  </a:txBody>
                  <a:tcPr/>
                </a:tc>
                <a:tc>
                  <a:txBody>
                    <a:bodyPr/>
                    <a:lstStyle/>
                    <a:p>
                      <a:r>
                        <a:rPr sz="700"/>
                        <a:t>West Europe</a:t>
                      </a:r>
                    </a:p>
                  </a:txBody>
                  <a:tcPr/>
                </a:tc>
                <a:tc>
                  <a:txBody>
                    <a:bodyPr/>
                    <a:lstStyle/>
                    <a:p>
                      <a:r>
                        <a:rPr sz="700"/>
                        <a:t>Healthy</a:t>
                      </a:r>
                    </a:p>
                  </a:txBody>
                  <a:tcPr/>
                </a:tc>
                <a:tc>
                  <a:txBody>
                    <a:bodyPr/>
                    <a:lstStyle/>
                    <a:p>
                      <a:r>
                        <a:rPr sz="700"/>
                        <a:t>$15.75</a:t>
                      </a:r>
                    </a:p>
                  </a:txBody>
                  <a:tcPr/>
                </a:tc>
              </a:tr>
              <a:tr h="171081">
                <a:tc>
                  <a:txBody>
                    <a:bodyPr/>
                    <a:lstStyle/>
                    <a:p>
                      <a:r>
                        <a:rPr sz="700"/>
                        <a:t>26</a:t>
                      </a:r>
                    </a:p>
                  </a:txBody>
                  <a:tcPr/>
                </a:tc>
                <a:tc>
                  <a:txBody>
                    <a:bodyPr/>
                    <a:lstStyle/>
                    <a:p>
                      <a:r>
                        <a:rPr sz="700"/>
                        <a:t>kb-agent-key-vault-26</a:t>
                      </a:r>
                    </a:p>
                  </a:txBody>
                  <a:tcPr/>
                </a:tc>
                <a:tc>
                  <a:txBody>
                    <a:bodyPr/>
                    <a:lstStyle/>
                    <a:p>
                      <a:r>
                        <a:rPr sz="700"/>
                        <a:t>Key Vault</a:t>
                      </a:r>
                    </a:p>
                  </a:txBody>
                  <a:tcPr/>
                </a:tc>
                <a:tc>
                  <a:txBody>
                    <a:bodyPr/>
                    <a:lstStyle/>
                    <a:p>
                      <a:r>
                        <a:rPr sz="700"/>
                        <a:t>East US 2</a:t>
                      </a:r>
                    </a:p>
                  </a:txBody>
                  <a:tcPr/>
                </a:tc>
                <a:tc>
                  <a:txBody>
                    <a:bodyPr/>
                    <a:lstStyle/>
                    <a:p>
                      <a:r>
                        <a:rPr sz="700"/>
                        <a:t>Running</a:t>
                      </a:r>
                    </a:p>
                  </a:txBody>
                  <a:tcPr/>
                </a:tc>
                <a:tc>
                  <a:txBody>
                    <a:bodyPr/>
                    <a:lstStyle/>
                    <a:p>
                      <a:r>
                        <a:rPr sz="700"/>
                        <a:t>$32.40</a:t>
                      </a:r>
                    </a:p>
                  </a:txBody>
                  <a:tcPr/>
                </a:tc>
              </a:tr>
              <a:tr h="171081">
                <a:tc>
                  <a:txBody>
                    <a:bodyPr/>
                    <a:lstStyle/>
                    <a:p>
                      <a:r>
                        <a:rPr sz="700"/>
                        <a:t>27</a:t>
                      </a:r>
                    </a:p>
                  </a:txBody>
                  <a:tcPr/>
                </a:tc>
                <a:tc>
                  <a:txBody>
                    <a:bodyPr/>
                    <a:lstStyle/>
                    <a:p>
                      <a:r>
                        <a:rPr sz="700"/>
                        <a:t>kb-agent-app-insights-27</a:t>
                      </a:r>
                    </a:p>
                  </a:txBody>
                  <a:tcPr/>
                </a:tc>
                <a:tc>
                  <a:txBody>
                    <a:bodyPr/>
                    <a:lstStyle/>
                    <a:p>
                      <a:r>
                        <a:rPr sz="700"/>
                        <a:t>App Insights</a:t>
                      </a:r>
                    </a:p>
                  </a:txBody>
                  <a:tcPr/>
                </a:tc>
                <a:tc>
                  <a:txBody>
                    <a:bodyPr/>
                    <a:lstStyle/>
                    <a:p>
                      <a:r>
                        <a:rPr sz="700"/>
                        <a:t>West US 3</a:t>
                      </a:r>
                    </a:p>
                  </a:txBody>
                  <a:tcPr/>
                </a:tc>
                <a:tc>
                  <a:txBody>
                    <a:bodyPr/>
                    <a:lstStyle/>
                    <a:p>
                      <a:r>
                        <a:rPr sz="700"/>
                        <a:t>Provisioned</a:t>
                      </a:r>
                    </a:p>
                  </a:txBody>
                  <a:tcPr/>
                </a:tc>
                <a:tc>
                  <a:txBody>
                    <a:bodyPr/>
                    <a:lstStyle/>
                    <a:p>
                      <a:r>
                        <a:rPr sz="700"/>
                        <a:t>$8.50</a:t>
                      </a:r>
                    </a:p>
                  </a:txBody>
                  <a:tcPr/>
                </a:tc>
              </a:tr>
              <a:tr h="171081">
                <a:tc>
                  <a:txBody>
                    <a:bodyPr/>
                    <a:lstStyle/>
                    <a:p>
                      <a:r>
                        <a:rPr sz="700"/>
                        <a:t>28</a:t>
                      </a:r>
                    </a:p>
                  </a:txBody>
                  <a:tcPr/>
                </a:tc>
                <a:tc>
                  <a:txBody>
                    <a:bodyPr/>
                    <a:lstStyle/>
                    <a:p>
                      <a:r>
                        <a:rPr sz="700"/>
                        <a:t>kb-agent-log-analytics-28</a:t>
                      </a:r>
                    </a:p>
                  </a:txBody>
                  <a:tcPr/>
                </a:tc>
                <a:tc>
                  <a:txBody>
                    <a:bodyPr/>
                    <a:lstStyle/>
                    <a:p>
                      <a:r>
                        <a:rPr sz="700"/>
                        <a:t>Log Analytics</a:t>
                      </a:r>
                    </a:p>
                  </a:txBody>
                  <a:tcPr/>
                </a:tc>
                <a:tc>
                  <a:txBody>
                    <a:bodyPr/>
                    <a:lstStyle/>
                    <a:p>
                      <a:r>
                        <a:rPr sz="700"/>
                        <a:t>Central US</a:t>
                      </a:r>
                    </a:p>
                  </a:txBody>
                  <a:tcPr/>
                </a:tc>
                <a:tc>
                  <a:txBody>
                    <a:bodyPr/>
                    <a:lstStyle/>
                    <a:p>
                      <a:r>
                        <a:rPr sz="700"/>
                        <a:t>Scaling</a:t>
                      </a:r>
                    </a:p>
                  </a:txBody>
                  <a:tcPr/>
                </a:tc>
                <a:tc>
                  <a:txBody>
                    <a:bodyPr/>
                    <a:lstStyle/>
                    <a:p>
                      <a:r>
                        <a:rPr sz="700"/>
                        <a:t>$55.20</a:t>
                      </a:r>
                    </a:p>
                  </a:txBody>
                  <a:tcPr/>
                </a:tc>
              </a:tr>
              <a:tr h="171081">
                <a:tc>
                  <a:txBody>
                    <a:bodyPr/>
                    <a:lstStyle/>
                    <a:p>
                      <a:r>
                        <a:rPr sz="700"/>
                        <a:t>29</a:t>
                      </a:r>
                    </a:p>
                  </a:txBody>
                  <a:tcPr/>
                </a:tc>
                <a:tc>
                  <a:txBody>
                    <a:bodyPr/>
                    <a:lstStyle/>
                    <a:p>
                      <a:r>
                        <a:rPr sz="700"/>
                        <a:t>kb-agent-container-registry-29</a:t>
                      </a:r>
                    </a:p>
                  </a:txBody>
                  <a:tcPr/>
                </a:tc>
                <a:tc>
                  <a:txBody>
                    <a:bodyPr/>
                    <a:lstStyle/>
                    <a:p>
                      <a:r>
                        <a:rPr sz="700"/>
                        <a:t>Container Registry</a:t>
                      </a:r>
                    </a:p>
                  </a:txBody>
                  <a:tcPr/>
                </a:tc>
                <a:tc>
                  <a:txBody>
                    <a:bodyPr/>
                    <a:lstStyle/>
                    <a:p>
                      <a:r>
                        <a:rPr sz="700"/>
                        <a:t>North Europe</a:t>
                      </a:r>
                    </a:p>
                  </a:txBody>
                  <a:tcPr/>
                </a:tc>
                <a:tc>
                  <a:txBody>
                    <a:bodyPr/>
                    <a:lstStyle/>
                    <a:p>
                      <a:r>
                        <a:rPr sz="700"/>
                        <a:t>Updating</a:t>
                      </a:r>
                    </a:p>
                  </a:txBody>
                  <a:tcPr/>
                </a:tc>
                <a:tc>
                  <a:txBody>
                    <a:bodyPr/>
                    <a:lstStyle/>
                    <a:p>
                      <a:r>
                        <a:rPr sz="700"/>
                        <a:t>$178.00</a:t>
                      </a:r>
                    </a:p>
                  </a:txBody>
                  <a:tcPr/>
                </a:tc>
              </a:tr>
              <a:tr h="171090">
                <a:tc>
                  <a:txBody>
                    <a:bodyPr/>
                    <a:lstStyle/>
                    <a:p>
                      <a:r>
                        <a:rPr sz="700"/>
                        <a:t>30</a:t>
                      </a:r>
                    </a:p>
                  </a:txBody>
                  <a:tcPr/>
                </a:tc>
                <a:tc>
                  <a:txBody>
                    <a:bodyPr/>
                    <a:lstStyle/>
                    <a:p>
                      <a:r>
                        <a:rPr sz="700"/>
                        <a:t>kb-agent-virtual-network-30</a:t>
                      </a:r>
                    </a:p>
                  </a:txBody>
                  <a:tcPr/>
                </a:tc>
                <a:tc>
                  <a:txBody>
                    <a:bodyPr/>
                    <a:lstStyle/>
                    <a:p>
                      <a:r>
                        <a:rPr sz="700"/>
                        <a:t>Virtual Network</a:t>
                      </a:r>
                    </a:p>
                  </a:txBody>
                  <a:tcPr/>
                </a:tc>
                <a:tc>
                  <a:txBody>
                    <a:bodyPr/>
                    <a:lstStyle/>
                    <a:p>
                      <a:r>
                        <a:rPr sz="700"/>
                        <a:t>West Europe</a:t>
                      </a:r>
                    </a:p>
                  </a:txBody>
                  <a:tcPr/>
                </a:tc>
                <a:tc>
                  <a:txBody>
                    <a:bodyPr/>
                    <a:lstStyle/>
                    <a:p>
                      <a:r>
                        <a:rPr sz="700"/>
                        <a:t>Healthy</a:t>
                      </a:r>
                    </a:p>
                  </a:txBody>
                  <a:tcPr/>
                </a:tc>
                <a:tc>
                  <a:txBody>
                    <a:bodyPr/>
                    <a:lstStyle/>
                    <a:p>
                      <a:r>
                        <a:rPr sz="700"/>
                        <a:t>$0.00</a:t>
                      </a:r>
                    </a:p>
                  </a:txBody>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References &amp; Links</a:t>
            </a:r>
          </a:p>
        </p:txBody>
      </p:sp>
      <p:sp>
        <p:nvSpPr>
          <p:cNvPr id="3" name="Content Placeholder 2"/>
          <p:cNvSpPr>
            <a:spLocks noGrp="1"/>
          </p:cNvSpPr>
          <p:nvPr>
            <p:ph idx="1"/>
          </p:nvPr>
        </p:nvSpPr>
        <p:spPr/>
        <p:txBody>
          <a:bodyPr/>
          <a:lstStyle/>
          <a:p>
            <a:r>
              <a:t>Key Resources</a:t>
            </a:r>
          </a:p>
          <a:p>
            <a:pPr lvl="1"/>
            <a:r>
              <a:rPr>
                <a:hlinkClick r:id="rId2"/>
              </a:rPr>
              <a:t>Azure AI Search documentation</a:t>
            </a:r>
          </a:p>
          <a:p>
            <a:pPr lvl="1"/>
            <a:r>
              <a:rPr>
                <a:hlinkClick r:id="rId3"/>
              </a:rPr>
              <a:t>Azure OpenAI Service</a:t>
            </a:r>
          </a:p>
          <a:p>
            <a:pPr lvl="1"/>
            <a:r>
              <a:rPr>
                <a:hlinkClick r:id="rId4"/>
              </a:rPr>
              <a:t>MarkItDown on GitHub</a:t>
            </a:r>
          </a:p>
          <a:p>
            <a:pPr lvl="1"/>
            <a:r>
              <a:rPr>
                <a:hlinkClick r:id="rId5"/>
              </a:rPr>
              <a:t>Azure Container Apps</a:t>
            </a:r>
          </a:p>
          <a:p>
            <a:pPr lvl="1"/>
            <a:r>
              <a:rPr>
                <a:hlinkClick r:id="rId6"/>
              </a:rPr>
              <a:t>Bicep documentation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